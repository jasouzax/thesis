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-124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D3FE-4A8B-4632-101C-A170D827F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1472B-F3CE-43A6-D305-43DEE8AF9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B6E7A-D0CF-767D-A966-3433F3D7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4FC9-8DE9-B951-FC31-783CB5E9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8E200-27F0-4D44-EF76-277C538E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80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7B4F-9568-DFEB-4D1D-D3E95155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81E2-2060-9F18-AC24-DD13D771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A4801-19A1-AF27-63E7-6DED4A1F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1F64-094E-4D29-5DF3-B3B8F9C1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3F3E-8F3F-99F0-1B51-CE41F88D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536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E071-7EE3-00A6-55EA-D20251DD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7AABB-188D-276D-D0DF-AEA5CB401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9D45-A3BC-97BA-A298-C05F652E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1F89-F580-7872-AC74-9D396459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61EB1-2A0B-DFBF-CF02-08563D2F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9564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78CD-47DD-828F-17B8-1DE684EB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9B39-BF37-BE69-DE51-ECBE6B757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D8C14-7C03-4521-8643-F37BE7BE2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1A0BB-F09D-462A-F2D9-6BEE65E3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0B7B3-AF0A-E38C-99E3-BCAAB26C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0F4D8-2857-757A-E55E-E9A1C33D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14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FD37-5490-5E45-5CBF-EE42D81E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94A3C-8AA3-51AE-A356-4F2D7A92C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0875A-368E-5845-7921-30B9D23C1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B241E-ED4D-54E2-7281-2CD06A232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CEFF0-5749-A6EB-11AB-D580FE4F3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F9B49-63DE-C56A-F541-6FF76802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354FD-F4D2-9D96-ADAB-8F44306F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DC8BC1-CDAA-D098-3306-560A6949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271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C708-11D0-A627-F373-5280CAC8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D1410-C21B-1B6C-FE34-892652E4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AB61E-D25F-29ED-20AC-1D8E3FD5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5DEF8-3197-0D71-5D9B-E266CE93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176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BAEB3-161B-37CA-1F22-10F8A9EE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50BE1-AA97-1FF1-8772-FE9C0F29C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C750D-8360-4A41-1ECD-B9D798CD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16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BFAB-D5BB-94CB-89F1-B21B8F46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F0C4-DF2F-CEB0-F242-7D79019D9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53621-AF0B-2496-D7B4-56CC79EE9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933C8-0FC6-2E2A-EC57-D7CB2CD3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16087-A828-B47F-9E89-98346BEA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EA653-4C20-DF2F-CF21-1CB9C920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205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EF98-459F-EB51-51C2-760F81D4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74395-91DA-11BC-E37F-3C0244A0C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0FC7A-3036-22FE-6B63-4CCDA210E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B61FE-53D5-4C8F-9170-57E2F213E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2D9C0-E1C0-2C6A-8FE2-10215350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2C6B0-89FE-DAD8-6092-A45402AD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027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5B6A-D2B0-195B-5B49-4567C283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1BC70-0242-0B6D-99F4-92ED7AF30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C9E90-CB81-2930-19F2-4E7EF017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3D51-5467-D811-A854-F64AC821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9D48-1FD0-69A3-029D-076B57BE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405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13A66C-F540-FE6A-E93A-E91B467AF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A5130-E1E7-A98D-9D1D-6723E6C0E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9E7F6-F6EF-3749-DEB6-D1AC97A4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2D4B-0BF9-E571-CB5C-E0480E88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54F8-0F66-9F33-D3A3-CF5E1D93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3832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01F60-4126-BA8B-31B7-F31CDB96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9606C-A1E7-2BB7-45F5-67A139D52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61CF-08B8-74EF-B415-BF97870EE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B2BEF-4A96-469D-BC25-B8A9F3976F29}" type="datetimeFigureOut">
              <a:rPr lang="en-PH" smtClean="0"/>
              <a:t>09/12/2025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9D68-3C66-BA42-2591-399E8CDFF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B5E6F-E872-C685-BDA6-B0B5F4363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A597-B6E2-4514-8F85-2BB67F5CFA9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473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72E8F88-6C7A-FCD9-C13C-BAE321EA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07" t="24805" r="23904" b="21535"/>
          <a:stretch>
            <a:fillRect/>
          </a:stretch>
        </p:blipFill>
        <p:spPr>
          <a:xfrm rot="5400000">
            <a:off x="5462428" y="2494158"/>
            <a:ext cx="1809718" cy="917224"/>
          </a:xfrm>
          <a:custGeom>
            <a:avLst/>
            <a:gdLst>
              <a:gd name="csX0" fmla="*/ -9 w 3131593"/>
              <a:gd name="csY0" fmla="*/ 22 h 1709320"/>
              <a:gd name="csX1" fmla="*/ 3131585 w 3131593"/>
              <a:gd name="csY1" fmla="*/ 22 h 1709320"/>
              <a:gd name="csX2" fmla="*/ 3131585 w 3131593"/>
              <a:gd name="csY2" fmla="*/ 1709343 h 1709320"/>
              <a:gd name="csX3" fmla="*/ -9 w 3131593"/>
              <a:gd name="csY3" fmla="*/ 1709343 h 1709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31593" h="1709320">
                <a:moveTo>
                  <a:pt x="-9" y="22"/>
                </a:moveTo>
                <a:lnTo>
                  <a:pt x="3131585" y="22"/>
                </a:lnTo>
                <a:lnTo>
                  <a:pt x="3131585" y="1709343"/>
                </a:lnTo>
                <a:lnTo>
                  <a:pt x="-9" y="1709343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3E8E7A-A128-4011-586D-622277CFE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26968" y="2133958"/>
            <a:ext cx="2499069" cy="1782541"/>
          </a:xfrm>
          <a:custGeom>
            <a:avLst/>
            <a:gdLst>
              <a:gd name="csX0" fmla="*/ 14 w 2499069"/>
              <a:gd name="csY0" fmla="*/ 5 h 1782541"/>
              <a:gd name="csX1" fmla="*/ 2499083 w 2499069"/>
              <a:gd name="csY1" fmla="*/ 5 h 1782541"/>
              <a:gd name="csX2" fmla="*/ 2499083 w 2499069"/>
              <a:gd name="csY2" fmla="*/ 1782546 h 1782541"/>
              <a:gd name="csX3" fmla="*/ 14 w 2499069"/>
              <a:gd name="csY3" fmla="*/ 1782546 h 1782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99069" h="1782541">
                <a:moveTo>
                  <a:pt x="14" y="5"/>
                </a:moveTo>
                <a:lnTo>
                  <a:pt x="2499083" y="5"/>
                </a:lnTo>
                <a:lnTo>
                  <a:pt x="2499083" y="1782546"/>
                </a:lnTo>
                <a:lnTo>
                  <a:pt x="14" y="1782546"/>
                </a:lnTo>
                <a:close/>
              </a:path>
            </a:pathLst>
          </a:cu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6ECB95-552D-C4DF-2374-3E458C647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33" t="27150" r="2034" b="26325"/>
          <a:stretch>
            <a:fillRect/>
          </a:stretch>
        </p:blipFill>
        <p:spPr>
          <a:xfrm>
            <a:off x="3470276" y="4035425"/>
            <a:ext cx="2463800" cy="1213066"/>
          </a:xfrm>
          <a:custGeom>
            <a:avLst/>
            <a:gdLst>
              <a:gd name="csX0" fmla="*/ 0 w 2622945"/>
              <a:gd name="csY0" fmla="*/ 0 h 2607360"/>
              <a:gd name="csX1" fmla="*/ 2622946 w 2622945"/>
              <a:gd name="csY1" fmla="*/ 0 h 2607360"/>
              <a:gd name="csX2" fmla="*/ 2622946 w 2622945"/>
              <a:gd name="csY2" fmla="*/ 2607360 h 2607360"/>
              <a:gd name="csX3" fmla="*/ 0 w 2622945"/>
              <a:gd name="csY3" fmla="*/ 2607360 h 2607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22945" h="2607360">
                <a:moveTo>
                  <a:pt x="0" y="0"/>
                </a:moveTo>
                <a:lnTo>
                  <a:pt x="2622946" y="0"/>
                </a:lnTo>
                <a:lnTo>
                  <a:pt x="2622946" y="2607360"/>
                </a:lnTo>
                <a:lnTo>
                  <a:pt x="0" y="2607360"/>
                </a:lnTo>
                <a:close/>
              </a:path>
            </a:pathLst>
          </a:cu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6F7694-0DB1-6CD8-DB88-F24A4BAFCF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157" t="5866" r="24363" b="5117"/>
          <a:stretch>
            <a:fillRect/>
          </a:stretch>
        </p:blipFill>
        <p:spPr>
          <a:xfrm rot="16200000">
            <a:off x="4149047" y="5212669"/>
            <a:ext cx="1064985" cy="1806577"/>
          </a:xfrm>
          <a:custGeom>
            <a:avLst/>
            <a:gdLst>
              <a:gd name="csX0" fmla="*/ -2 w 2029319"/>
              <a:gd name="csY0" fmla="*/ -2 h 2029457"/>
              <a:gd name="csX1" fmla="*/ 2029317 w 2029319"/>
              <a:gd name="csY1" fmla="*/ -2 h 2029457"/>
              <a:gd name="csX2" fmla="*/ 2029317 w 2029319"/>
              <a:gd name="csY2" fmla="*/ 2029456 h 2029457"/>
              <a:gd name="csX3" fmla="*/ -2 w 2029319"/>
              <a:gd name="csY3" fmla="*/ 2029456 h 2029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29319" h="2029457">
                <a:moveTo>
                  <a:pt x="-2" y="-2"/>
                </a:moveTo>
                <a:lnTo>
                  <a:pt x="2029317" y="-2"/>
                </a:lnTo>
                <a:lnTo>
                  <a:pt x="2029317" y="2029456"/>
                </a:lnTo>
                <a:lnTo>
                  <a:pt x="-2" y="2029456"/>
                </a:lnTo>
                <a:close/>
              </a:path>
            </a:pathLst>
          </a:custGeom>
        </p:spPr>
      </p:pic>
      <p:grpSp>
        <p:nvGrpSpPr>
          <p:cNvPr id="24" name="Graphic 8">
            <a:extLst>
              <a:ext uri="{FF2B5EF4-FFF2-40B4-BE49-F238E27FC236}">
                <a16:creationId xmlns:a16="http://schemas.microsoft.com/office/drawing/2014/main" id="{6438E438-AEC9-1352-3A7A-78E295A3CE6F}"/>
              </a:ext>
            </a:extLst>
          </p:cNvPr>
          <p:cNvGrpSpPr/>
          <p:nvPr/>
        </p:nvGrpSpPr>
        <p:grpSpPr>
          <a:xfrm>
            <a:off x="4655415" y="5219595"/>
            <a:ext cx="43371" cy="350330"/>
            <a:chOff x="5520720" y="5422113"/>
            <a:chExt cx="43371" cy="35033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D29485B-0AE2-C4EB-6A2A-A69B6FEDBAE4}"/>
                </a:ext>
              </a:extLst>
            </p:cNvPr>
            <p:cNvSpPr/>
            <p:nvPr/>
          </p:nvSpPr>
          <p:spPr>
            <a:xfrm>
              <a:off x="5539819" y="5451009"/>
              <a:ext cx="5173" cy="292538"/>
            </a:xfrm>
            <a:custGeom>
              <a:avLst/>
              <a:gdLst>
                <a:gd name="csX0" fmla="*/ 0 w 5173"/>
                <a:gd name="csY0" fmla="*/ 292538 h 292538"/>
                <a:gd name="csX1" fmla="*/ 5174 w 5173"/>
                <a:gd name="csY1" fmla="*/ 0 h 2925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173" h="292538">
                  <a:moveTo>
                    <a:pt x="0" y="292538"/>
                  </a:moveTo>
                  <a:lnTo>
                    <a:pt x="5174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99000C5-8259-A75A-2288-C71438AA4B3C}"/>
                </a:ext>
              </a:extLst>
            </p:cNvPr>
            <p:cNvSpPr/>
            <p:nvPr/>
          </p:nvSpPr>
          <p:spPr>
            <a:xfrm>
              <a:off x="5520720" y="5733585"/>
              <a:ext cx="38528" cy="38858"/>
            </a:xfrm>
            <a:custGeom>
              <a:avLst/>
              <a:gdLst>
                <a:gd name="csX0" fmla="*/ 18549 w 38528"/>
                <a:gd name="csY0" fmla="*/ 38859 h 38858"/>
                <a:gd name="csX1" fmla="*/ 0 w 38528"/>
                <a:gd name="csY1" fmla="*/ 0 h 38858"/>
                <a:gd name="csX2" fmla="*/ 19099 w 38528"/>
                <a:gd name="csY2" fmla="*/ 9963 h 38858"/>
                <a:gd name="csX3" fmla="*/ 38528 w 38528"/>
                <a:gd name="csY3" fmla="*/ 716 h 388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528" h="38858">
                  <a:moveTo>
                    <a:pt x="18549" y="38859"/>
                  </a:moveTo>
                  <a:lnTo>
                    <a:pt x="0" y="0"/>
                  </a:lnTo>
                  <a:lnTo>
                    <a:pt x="19099" y="9963"/>
                  </a:lnTo>
                  <a:lnTo>
                    <a:pt x="38528" y="716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8942AF-CE32-7B54-3ED3-BE39159AD249}"/>
                </a:ext>
              </a:extLst>
            </p:cNvPr>
            <p:cNvSpPr/>
            <p:nvPr/>
          </p:nvSpPr>
          <p:spPr>
            <a:xfrm>
              <a:off x="5525564" y="5422113"/>
              <a:ext cx="38528" cy="38858"/>
            </a:xfrm>
            <a:custGeom>
              <a:avLst/>
              <a:gdLst>
                <a:gd name="csX0" fmla="*/ 19924 w 38528"/>
                <a:gd name="csY0" fmla="*/ 0 h 38858"/>
                <a:gd name="csX1" fmla="*/ 38528 w 38528"/>
                <a:gd name="csY1" fmla="*/ 38858 h 38858"/>
                <a:gd name="csX2" fmla="*/ 19429 w 38528"/>
                <a:gd name="csY2" fmla="*/ 28896 h 38858"/>
                <a:gd name="csX3" fmla="*/ 0 w 38528"/>
                <a:gd name="csY3" fmla="*/ 38143 h 388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528" h="38858">
                  <a:moveTo>
                    <a:pt x="19924" y="0"/>
                  </a:moveTo>
                  <a:lnTo>
                    <a:pt x="38528" y="38858"/>
                  </a:lnTo>
                  <a:lnTo>
                    <a:pt x="19429" y="28896"/>
                  </a:lnTo>
                  <a:lnTo>
                    <a:pt x="0" y="38143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</p:sp>
      </p:grp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44AEEDB-2E7E-EA19-1552-8817A2CC7812}"/>
              </a:ext>
            </a:extLst>
          </p:cNvPr>
          <p:cNvCxnSpPr/>
          <p:nvPr/>
        </p:nvCxnSpPr>
        <p:spPr>
          <a:xfrm rot="5400000" flipH="1" flipV="1">
            <a:off x="5582444" y="3694906"/>
            <a:ext cx="514350" cy="338138"/>
          </a:xfrm>
          <a:prstGeom prst="bentConnector3">
            <a:avLst>
              <a:gd name="adj1" fmla="val 99383"/>
            </a:avLst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919D5A3-C8E8-5F4F-C08C-5E873EEDE592}"/>
              </a:ext>
            </a:extLst>
          </p:cNvPr>
          <p:cNvSpPr/>
          <p:nvPr/>
        </p:nvSpPr>
        <p:spPr>
          <a:xfrm>
            <a:off x="5566833" y="3471333"/>
            <a:ext cx="440267" cy="1676400"/>
          </a:xfrm>
          <a:custGeom>
            <a:avLst/>
            <a:gdLst>
              <a:gd name="csX0" fmla="*/ 101600 w 440267"/>
              <a:gd name="csY0" fmla="*/ 1676400 h 1676400"/>
              <a:gd name="csX1" fmla="*/ 0 w 440267"/>
              <a:gd name="csY1" fmla="*/ 1676400 h 1676400"/>
              <a:gd name="csX2" fmla="*/ 0 w 440267"/>
              <a:gd name="csY2" fmla="*/ 0 h 1676400"/>
              <a:gd name="csX3" fmla="*/ 440267 w 440267"/>
              <a:gd name="csY3" fmla="*/ 0 h 167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40267" h="1676400">
                <a:moveTo>
                  <a:pt x="101600" y="1676400"/>
                </a:moveTo>
                <a:lnTo>
                  <a:pt x="0" y="1676400"/>
                </a:lnTo>
                <a:lnTo>
                  <a:pt x="0" y="0"/>
                </a:lnTo>
                <a:lnTo>
                  <a:pt x="440267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27EFD5-393A-72E0-6254-294FF78E7103}"/>
              </a:ext>
            </a:extLst>
          </p:cNvPr>
          <p:cNvSpPr/>
          <p:nvPr/>
        </p:nvSpPr>
        <p:spPr>
          <a:xfrm>
            <a:off x="4159250" y="1847850"/>
            <a:ext cx="2155825" cy="222250"/>
          </a:xfrm>
          <a:custGeom>
            <a:avLst/>
            <a:gdLst>
              <a:gd name="csX0" fmla="*/ 0 w 1304925"/>
              <a:gd name="csY0" fmla="*/ 222250 h 222250"/>
              <a:gd name="csX1" fmla="*/ 222250 w 1304925"/>
              <a:gd name="csY1" fmla="*/ 0 h 222250"/>
              <a:gd name="csX2" fmla="*/ 1127125 w 1304925"/>
              <a:gd name="csY2" fmla="*/ 0 h 222250"/>
              <a:gd name="csX3" fmla="*/ 1304925 w 1304925"/>
              <a:gd name="csY3" fmla="*/ 177800 h 222250"/>
              <a:gd name="csX0" fmla="*/ 0 w 1330325"/>
              <a:gd name="csY0" fmla="*/ 222250 h 222250"/>
              <a:gd name="csX1" fmla="*/ 222250 w 1330325"/>
              <a:gd name="csY1" fmla="*/ 0 h 222250"/>
              <a:gd name="csX2" fmla="*/ 1127125 w 1330325"/>
              <a:gd name="csY2" fmla="*/ 0 h 222250"/>
              <a:gd name="csX3" fmla="*/ 1330325 w 1330325"/>
              <a:gd name="csY3" fmla="*/ 200025 h 222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30325" h="222250">
                <a:moveTo>
                  <a:pt x="0" y="222250"/>
                </a:moveTo>
                <a:lnTo>
                  <a:pt x="222250" y="0"/>
                </a:lnTo>
                <a:lnTo>
                  <a:pt x="1127125" y="0"/>
                </a:lnTo>
                <a:cubicBezTo>
                  <a:pt x="1186392" y="59267"/>
                  <a:pt x="1271058" y="140758"/>
                  <a:pt x="1330325" y="200025"/>
                </a:cubicBezTo>
              </a:path>
            </a:pathLst>
          </a:custGeom>
          <a:noFill/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6F1D8-7590-CD28-D94E-34304B75A2DA}"/>
              </a:ext>
            </a:extLst>
          </p:cNvPr>
          <p:cNvSpPr txBox="1"/>
          <p:nvPr/>
        </p:nvSpPr>
        <p:spPr>
          <a:xfrm>
            <a:off x="4709613" y="1611096"/>
            <a:ext cx="10550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pin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F12EE5-4CF3-87A6-3164-36A452C5F7AD}"/>
              </a:ext>
            </a:extLst>
          </p:cNvPr>
          <p:cNvSpPr txBox="1"/>
          <p:nvPr/>
        </p:nvSpPr>
        <p:spPr>
          <a:xfrm>
            <a:off x="4665438" y="5239024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420084-51BE-6909-E72E-071995C41F2D}"/>
              </a:ext>
            </a:extLst>
          </p:cNvPr>
          <p:cNvGrpSpPr/>
          <p:nvPr/>
        </p:nvGrpSpPr>
        <p:grpSpPr>
          <a:xfrm>
            <a:off x="710149" y="1558740"/>
            <a:ext cx="2055964" cy="1466488"/>
            <a:chOff x="2937338" y="184984"/>
            <a:chExt cx="2446999" cy="17454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AF6DED-61F1-D862-37A7-C520DA5BCBF5}"/>
                </a:ext>
              </a:extLst>
            </p:cNvPr>
            <p:cNvSpPr txBox="1"/>
            <p:nvPr/>
          </p:nvSpPr>
          <p:spPr>
            <a:xfrm>
              <a:off x="2937338" y="1619024"/>
              <a:ext cx="2446999" cy="311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PH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OV5640</a:t>
              </a:r>
              <a:r>
                <a:rPr lang="en-PH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Camera: 5MP 160° </a:t>
              </a:r>
            </a:p>
          </p:txBody>
        </p:sp>
        <p:pic>
          <p:nvPicPr>
            <p:cNvPr id="9" name="Picture 2" descr="OmniVision OV5640 5mp MIPI Camera Module 24pin Auto Focus">
              <a:extLst>
                <a:ext uri="{FF2B5EF4-FFF2-40B4-BE49-F238E27FC236}">
                  <a16:creationId xmlns:a16="http://schemas.microsoft.com/office/drawing/2014/main" id="{64D5ECEF-0C34-4D60-9664-624BDC66C1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67" t="12837" r="34871" b="50203"/>
            <a:stretch>
              <a:fillRect/>
            </a:stretch>
          </p:blipFill>
          <p:spPr bwMode="auto">
            <a:xfrm>
              <a:off x="3082925" y="613822"/>
              <a:ext cx="866775" cy="1005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OmniVision OV5640 5mp MIPI Camera Module 24pin Auto Focus">
              <a:extLst>
                <a:ext uri="{FF2B5EF4-FFF2-40B4-BE49-F238E27FC236}">
                  <a16:creationId xmlns:a16="http://schemas.microsoft.com/office/drawing/2014/main" id="{1CB7A72A-F9F7-94F9-C9C1-F6B6FB660C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98" t="12837" r="34929" b="50203"/>
            <a:stretch>
              <a:fillRect/>
            </a:stretch>
          </p:blipFill>
          <p:spPr bwMode="auto">
            <a:xfrm>
              <a:off x="4366249" y="613822"/>
              <a:ext cx="872501" cy="1005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021635-5410-B725-C22E-A762AB7B3CFA}"/>
                </a:ext>
              </a:extLst>
            </p:cNvPr>
            <p:cNvSpPr/>
            <p:nvPr/>
          </p:nvSpPr>
          <p:spPr>
            <a:xfrm>
              <a:off x="3184525" y="1530350"/>
              <a:ext cx="1927225" cy="8889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849B06F-2B43-E32F-1D28-C966EDC1527F}"/>
                </a:ext>
              </a:extLst>
            </p:cNvPr>
            <p:cNvSpPr/>
            <p:nvPr/>
          </p:nvSpPr>
          <p:spPr>
            <a:xfrm rot="16200000">
              <a:off x="4078626" y="-152256"/>
              <a:ext cx="167228" cy="1291855"/>
            </a:xfrm>
            <a:prstGeom prst="rightBrace">
              <a:avLst>
                <a:gd name="adj1" fmla="val 0"/>
                <a:gd name="adj2" fmla="val 50000"/>
              </a:avLst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8779EA-8898-602A-62E9-AFDC1EC39792}"/>
                </a:ext>
              </a:extLst>
            </p:cNvPr>
            <p:cNvSpPr txBox="1"/>
            <p:nvPr/>
          </p:nvSpPr>
          <p:spPr>
            <a:xfrm>
              <a:off x="3106312" y="184984"/>
              <a:ext cx="2132437" cy="311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 cm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C24D49-F9E8-E2ED-BA22-5B744B6397AE}"/>
              </a:ext>
            </a:extLst>
          </p:cNvPr>
          <p:cNvCxnSpPr/>
          <p:nvPr/>
        </p:nvCxnSpPr>
        <p:spPr>
          <a:xfrm>
            <a:off x="2766113" y="2455334"/>
            <a:ext cx="74755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34C820E-FFE8-5B87-5889-C39ECDAB0D6A}"/>
              </a:ext>
            </a:extLst>
          </p:cNvPr>
          <p:cNvSpPr txBox="1"/>
          <p:nvPr/>
        </p:nvSpPr>
        <p:spPr>
          <a:xfrm>
            <a:off x="2725897" y="2047911"/>
            <a:ext cx="808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Connection</a:t>
            </a:r>
          </a:p>
        </p:txBody>
      </p:sp>
      <p:pic>
        <p:nvPicPr>
          <p:cNvPr id="1026" name="Picture 2" descr="Realme Buds Earphones">
            <a:extLst>
              <a:ext uri="{FF2B5EF4-FFF2-40B4-BE49-F238E27FC236}">
                <a16:creationId xmlns:a16="http://schemas.microsoft.com/office/drawing/2014/main" id="{25896E06-CAFD-0F22-C580-824FEB05D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9" t="16901" r="18459" b="21081"/>
          <a:stretch>
            <a:fillRect/>
          </a:stretch>
        </p:blipFill>
        <p:spPr bwMode="auto">
          <a:xfrm>
            <a:off x="1013090" y="3655452"/>
            <a:ext cx="1249680" cy="132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83070E1-144B-6F6F-5A16-6D457C16C912}"/>
              </a:ext>
            </a:extLst>
          </p:cNvPr>
          <p:cNvSpPr txBox="1"/>
          <p:nvPr/>
        </p:nvSpPr>
        <p:spPr>
          <a:xfrm>
            <a:off x="609948" y="4957985"/>
            <a:ext cx="2055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Stereo Earphone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3DB0B94-5046-FBAB-AE73-E1CA03660EC4}"/>
              </a:ext>
            </a:extLst>
          </p:cNvPr>
          <p:cNvCxnSpPr/>
          <p:nvPr/>
        </p:nvCxnSpPr>
        <p:spPr>
          <a:xfrm flipV="1">
            <a:off x="1991360" y="3606800"/>
            <a:ext cx="1522307" cy="250829"/>
          </a:xfrm>
          <a:prstGeom prst="bentConnector3">
            <a:avLst>
              <a:gd name="adj1" fmla="val 278"/>
            </a:avLst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B498E9D-47DE-D36E-D248-2A1AC90A0141}"/>
              </a:ext>
            </a:extLst>
          </p:cNvPr>
          <p:cNvSpPr txBox="1"/>
          <p:nvPr/>
        </p:nvSpPr>
        <p:spPr>
          <a:xfrm>
            <a:off x="1991360" y="3352645"/>
            <a:ext cx="1522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Jack Connection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B79E99-A010-5C43-BF87-2F5B246FA5A7}"/>
              </a:ext>
            </a:extLst>
          </p:cNvPr>
          <p:cNvGrpSpPr/>
          <p:nvPr/>
        </p:nvGrpSpPr>
        <p:grpSpPr>
          <a:xfrm rot="10800000">
            <a:off x="4867773" y="2070100"/>
            <a:ext cx="584325" cy="733344"/>
            <a:chOff x="5191497" y="1329985"/>
            <a:chExt cx="630830" cy="791709"/>
          </a:xfrm>
        </p:grpSpPr>
        <p:pic>
          <p:nvPicPr>
            <p:cNvPr id="53" name="Picture 8" descr="MPU6050: module for positioning with Arduino">
              <a:extLst>
                <a:ext uri="{FF2B5EF4-FFF2-40B4-BE49-F238E27FC236}">
                  <a16:creationId xmlns:a16="http://schemas.microsoft.com/office/drawing/2014/main" id="{D84B0F25-FF9E-247E-0F08-EA29345D47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64" t="3295" r="27764" b="4057"/>
            <a:stretch>
              <a:fillRect/>
            </a:stretch>
          </p:blipFill>
          <p:spPr bwMode="auto">
            <a:xfrm>
              <a:off x="5191497" y="1329985"/>
              <a:ext cx="630830" cy="7917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DE9BCE1-B879-5D03-7B92-AB364D30C524}"/>
                </a:ext>
              </a:extLst>
            </p:cNvPr>
            <p:cNvSpPr/>
            <p:nvPr/>
          </p:nvSpPr>
          <p:spPr>
            <a:xfrm>
              <a:off x="5218036" y="1354972"/>
              <a:ext cx="561600" cy="7308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20E8D9E7-55D4-CBE9-B833-801EB75DA1EC}"/>
              </a:ext>
            </a:extLst>
          </p:cNvPr>
          <p:cNvSpPr/>
          <p:nvPr/>
        </p:nvSpPr>
        <p:spPr>
          <a:xfrm>
            <a:off x="5389034" y="2726267"/>
            <a:ext cx="770466" cy="882650"/>
          </a:xfrm>
          <a:custGeom>
            <a:avLst/>
            <a:gdLst>
              <a:gd name="csX0" fmla="*/ 0 w 770466"/>
              <a:gd name="csY0" fmla="*/ 0 h 882650"/>
              <a:gd name="csX1" fmla="*/ 770466 w 770466"/>
              <a:gd name="csY1" fmla="*/ 0 h 882650"/>
              <a:gd name="csX2" fmla="*/ 770466 w 770466"/>
              <a:gd name="csY2" fmla="*/ 882650 h 882650"/>
              <a:gd name="csX3" fmla="*/ 687916 w 770466"/>
              <a:gd name="csY3" fmla="*/ 882650 h 882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0466" h="882650">
                <a:moveTo>
                  <a:pt x="0" y="0"/>
                </a:moveTo>
                <a:lnTo>
                  <a:pt x="770466" y="0"/>
                </a:lnTo>
                <a:lnTo>
                  <a:pt x="770466" y="882650"/>
                </a:lnTo>
                <a:lnTo>
                  <a:pt x="687916" y="882650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E9BE423-7BC7-C374-5E78-988EA3996564}"/>
              </a:ext>
            </a:extLst>
          </p:cNvPr>
          <p:cNvSpPr/>
          <p:nvPr/>
        </p:nvSpPr>
        <p:spPr>
          <a:xfrm>
            <a:off x="5389033" y="2554817"/>
            <a:ext cx="884767" cy="916516"/>
          </a:xfrm>
          <a:custGeom>
            <a:avLst/>
            <a:gdLst>
              <a:gd name="csX0" fmla="*/ 0 w 884767"/>
              <a:gd name="csY0" fmla="*/ 0 h 916516"/>
              <a:gd name="csX1" fmla="*/ 884767 w 884767"/>
              <a:gd name="csY1" fmla="*/ 0 h 916516"/>
              <a:gd name="csX2" fmla="*/ 884767 w 884767"/>
              <a:gd name="csY2" fmla="*/ 916516 h 916516"/>
              <a:gd name="csX3" fmla="*/ 685800 w 884767"/>
              <a:gd name="csY3" fmla="*/ 916516 h 916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4767" h="916516">
                <a:moveTo>
                  <a:pt x="0" y="0"/>
                </a:moveTo>
                <a:lnTo>
                  <a:pt x="884767" y="0"/>
                </a:lnTo>
                <a:lnTo>
                  <a:pt x="884767" y="916516"/>
                </a:lnTo>
                <a:lnTo>
                  <a:pt x="685800" y="916516"/>
                </a:ln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1A3B889-7148-F092-EE4C-8DDB69E235FF}"/>
              </a:ext>
            </a:extLst>
          </p:cNvPr>
          <p:cNvSpPr/>
          <p:nvPr/>
        </p:nvSpPr>
        <p:spPr>
          <a:xfrm>
            <a:off x="5389033" y="2635250"/>
            <a:ext cx="177800" cy="895350"/>
          </a:xfrm>
          <a:custGeom>
            <a:avLst/>
            <a:gdLst>
              <a:gd name="csX0" fmla="*/ 177800 w 177800"/>
              <a:gd name="csY0" fmla="*/ 895350 h 895350"/>
              <a:gd name="csX1" fmla="*/ 177800 w 177800"/>
              <a:gd name="csY1" fmla="*/ 0 h 895350"/>
              <a:gd name="csX2" fmla="*/ 0 w 177800"/>
              <a:gd name="csY2" fmla="*/ 0 h 895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895350">
                <a:moveTo>
                  <a:pt x="177800" y="895350"/>
                </a:moveTo>
                <a:lnTo>
                  <a:pt x="1778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483BE44-2540-133F-B9A4-E5D4D293A32F}"/>
              </a:ext>
            </a:extLst>
          </p:cNvPr>
          <p:cNvSpPr/>
          <p:nvPr/>
        </p:nvSpPr>
        <p:spPr>
          <a:xfrm>
            <a:off x="5389033" y="2470150"/>
            <a:ext cx="988484" cy="1071033"/>
          </a:xfrm>
          <a:custGeom>
            <a:avLst/>
            <a:gdLst>
              <a:gd name="csX0" fmla="*/ 0 w 988484"/>
              <a:gd name="csY0" fmla="*/ 0 h 1071033"/>
              <a:gd name="csX1" fmla="*/ 988484 w 988484"/>
              <a:gd name="csY1" fmla="*/ 0 h 1071033"/>
              <a:gd name="csX2" fmla="*/ 988484 w 988484"/>
              <a:gd name="csY2" fmla="*/ 1071033 h 1071033"/>
              <a:gd name="csX3" fmla="*/ 681567 w 988484"/>
              <a:gd name="csY3" fmla="*/ 1071033 h 1071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88484" h="1071033">
                <a:moveTo>
                  <a:pt x="0" y="0"/>
                </a:moveTo>
                <a:lnTo>
                  <a:pt x="988484" y="0"/>
                </a:lnTo>
                <a:lnTo>
                  <a:pt x="988484" y="1071033"/>
                </a:lnTo>
                <a:lnTo>
                  <a:pt x="681567" y="1071033"/>
                </a:lnTo>
              </a:path>
            </a:pathLst>
          </a:cu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088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Ethel Pabito</dc:creator>
  <cp:lastModifiedBy>Ethel Pabito</cp:lastModifiedBy>
  <cp:revision>2</cp:revision>
  <dcterms:created xsi:type="dcterms:W3CDTF">2025-12-09T06:59:30Z</dcterms:created>
  <dcterms:modified xsi:type="dcterms:W3CDTF">2025-12-09T07:55:09Z</dcterms:modified>
</cp:coreProperties>
</file>